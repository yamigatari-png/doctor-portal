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</p:sldIdLst>
  <p:sldSz cx="12192000" cy="8999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8" autoAdjust="0"/>
    <p:restoredTop sz="94660"/>
  </p:normalViewPr>
  <p:slideViewPr>
    <p:cSldViewPr snapToGrid="0">
      <p:cViewPr>
        <p:scale>
          <a:sx n="66" d="100"/>
          <a:sy n="66" d="100"/>
        </p:scale>
        <p:origin x="48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72842"/>
            <a:ext cx="10363200" cy="3133172"/>
          </a:xfrm>
        </p:spPr>
        <p:txBody>
          <a:bodyPr anchor="b"/>
          <a:lstStyle>
            <a:lvl1pPr algn="ctr">
              <a:defRPr sz="7874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726842"/>
            <a:ext cx="9144000" cy="2172804"/>
          </a:xfrm>
        </p:spPr>
        <p:txBody>
          <a:bodyPr/>
          <a:lstStyle>
            <a:lvl1pPr marL="0" indent="0" algn="ctr">
              <a:buNone/>
              <a:defRPr sz="3150"/>
            </a:lvl1pPr>
            <a:lvl2pPr marL="599984" indent="0" algn="ctr">
              <a:buNone/>
              <a:defRPr sz="2625"/>
            </a:lvl2pPr>
            <a:lvl3pPr marL="1199967" indent="0" algn="ctr">
              <a:buNone/>
              <a:defRPr sz="2362"/>
            </a:lvl3pPr>
            <a:lvl4pPr marL="1799951" indent="0" algn="ctr">
              <a:buNone/>
              <a:defRPr sz="2100"/>
            </a:lvl4pPr>
            <a:lvl5pPr marL="2399934" indent="0" algn="ctr">
              <a:buNone/>
              <a:defRPr sz="2100"/>
            </a:lvl5pPr>
            <a:lvl6pPr marL="2999918" indent="0" algn="ctr">
              <a:buNone/>
              <a:defRPr sz="2100"/>
            </a:lvl6pPr>
            <a:lvl7pPr marL="3599901" indent="0" algn="ctr">
              <a:buNone/>
              <a:defRPr sz="2100"/>
            </a:lvl7pPr>
            <a:lvl8pPr marL="4199885" indent="0" algn="ctr">
              <a:buNone/>
              <a:defRPr sz="2100"/>
            </a:lvl8pPr>
            <a:lvl9pPr marL="4799868" indent="0" algn="ctr">
              <a:buNone/>
              <a:defRPr sz="21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1EEEE-D455-4E67-9819-9ADCB3540893}" type="datetimeFigureOut">
              <a:rPr kumimoji="1" lang="ja-JP" altLang="en-US" smtClean="0"/>
              <a:t>2026/3/29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FD677-F296-4F8B-9853-A20703C0FC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7359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1EEEE-D455-4E67-9819-9ADCB3540893}" type="datetimeFigureOut">
              <a:rPr kumimoji="1" lang="ja-JP" altLang="en-US" smtClean="0"/>
              <a:t>2026/3/29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FD677-F296-4F8B-9853-A20703C0FC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3002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243638"/>
            <a:ext cx="10515600" cy="3743557"/>
          </a:xfrm>
        </p:spPr>
        <p:txBody>
          <a:bodyPr anchor="b"/>
          <a:lstStyle>
            <a:lvl1pPr>
              <a:defRPr sz="7874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6022610"/>
            <a:ext cx="10515600" cy="1968648"/>
          </a:xfrm>
        </p:spPr>
        <p:txBody>
          <a:bodyPr/>
          <a:lstStyle>
            <a:lvl1pPr marL="0" indent="0">
              <a:buNone/>
              <a:defRPr sz="3150">
                <a:solidFill>
                  <a:schemeClr val="tx1"/>
                </a:solidFill>
              </a:defRPr>
            </a:lvl1pPr>
            <a:lvl2pPr marL="599984" indent="0">
              <a:buNone/>
              <a:defRPr sz="2625">
                <a:solidFill>
                  <a:schemeClr val="tx1">
                    <a:tint val="75000"/>
                  </a:schemeClr>
                </a:solidFill>
              </a:defRPr>
            </a:lvl2pPr>
            <a:lvl3pPr marL="1199967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3pPr>
            <a:lvl4pPr marL="1799951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399934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2999918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3599901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199885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4799868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1EEEE-D455-4E67-9819-9ADCB3540893}" type="datetimeFigureOut">
              <a:rPr kumimoji="1" lang="ja-JP" altLang="en-US" smtClean="0"/>
              <a:t>2026/3/29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FD677-F296-4F8B-9853-A20703C0FC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4155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395710"/>
            <a:ext cx="5181600" cy="571012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395710"/>
            <a:ext cx="5181600" cy="571012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1EEEE-D455-4E67-9819-9ADCB3540893}" type="datetimeFigureOut">
              <a:rPr kumimoji="1" lang="ja-JP" altLang="en-US" smtClean="0"/>
              <a:t>2026/3/29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FD677-F296-4F8B-9853-A20703C0FC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2873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79144"/>
            <a:ext cx="10515600" cy="173949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206137"/>
            <a:ext cx="5157787" cy="1081194"/>
          </a:xfrm>
        </p:spPr>
        <p:txBody>
          <a:bodyPr anchor="b"/>
          <a:lstStyle>
            <a:lvl1pPr marL="0" indent="0">
              <a:buNone/>
              <a:defRPr sz="3150" b="1"/>
            </a:lvl1pPr>
            <a:lvl2pPr marL="599984" indent="0">
              <a:buNone/>
              <a:defRPr sz="2625" b="1"/>
            </a:lvl2pPr>
            <a:lvl3pPr marL="1199967" indent="0">
              <a:buNone/>
              <a:defRPr sz="2362" b="1"/>
            </a:lvl3pPr>
            <a:lvl4pPr marL="1799951" indent="0">
              <a:buNone/>
              <a:defRPr sz="2100" b="1"/>
            </a:lvl4pPr>
            <a:lvl5pPr marL="2399934" indent="0">
              <a:buNone/>
              <a:defRPr sz="2100" b="1"/>
            </a:lvl5pPr>
            <a:lvl6pPr marL="2999918" indent="0">
              <a:buNone/>
              <a:defRPr sz="2100" b="1"/>
            </a:lvl6pPr>
            <a:lvl7pPr marL="3599901" indent="0">
              <a:buNone/>
              <a:defRPr sz="2100" b="1"/>
            </a:lvl7pPr>
            <a:lvl8pPr marL="4199885" indent="0">
              <a:buNone/>
              <a:defRPr sz="2100" b="1"/>
            </a:lvl8pPr>
            <a:lvl9pPr marL="4799868" indent="0">
              <a:buNone/>
              <a:defRPr sz="21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287331"/>
            <a:ext cx="5157787" cy="483516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206137"/>
            <a:ext cx="5183188" cy="1081194"/>
          </a:xfrm>
        </p:spPr>
        <p:txBody>
          <a:bodyPr anchor="b"/>
          <a:lstStyle>
            <a:lvl1pPr marL="0" indent="0">
              <a:buNone/>
              <a:defRPr sz="3150" b="1"/>
            </a:lvl1pPr>
            <a:lvl2pPr marL="599984" indent="0">
              <a:buNone/>
              <a:defRPr sz="2625" b="1"/>
            </a:lvl2pPr>
            <a:lvl3pPr marL="1199967" indent="0">
              <a:buNone/>
              <a:defRPr sz="2362" b="1"/>
            </a:lvl3pPr>
            <a:lvl4pPr marL="1799951" indent="0">
              <a:buNone/>
              <a:defRPr sz="2100" b="1"/>
            </a:lvl4pPr>
            <a:lvl5pPr marL="2399934" indent="0">
              <a:buNone/>
              <a:defRPr sz="2100" b="1"/>
            </a:lvl5pPr>
            <a:lvl6pPr marL="2999918" indent="0">
              <a:buNone/>
              <a:defRPr sz="2100" b="1"/>
            </a:lvl6pPr>
            <a:lvl7pPr marL="3599901" indent="0">
              <a:buNone/>
              <a:defRPr sz="2100" b="1"/>
            </a:lvl7pPr>
            <a:lvl8pPr marL="4199885" indent="0">
              <a:buNone/>
              <a:defRPr sz="2100" b="1"/>
            </a:lvl8pPr>
            <a:lvl9pPr marL="4799868" indent="0">
              <a:buNone/>
              <a:defRPr sz="21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287331"/>
            <a:ext cx="5183188" cy="483516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1EEEE-D455-4E67-9819-9ADCB3540893}" type="datetimeFigureOut">
              <a:rPr kumimoji="1" lang="ja-JP" altLang="en-US" smtClean="0"/>
              <a:t>2026/3/29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FD677-F296-4F8B-9853-A20703C0FC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7398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1EEEE-D455-4E67-9819-9ADCB3540893}" type="datetimeFigureOut">
              <a:rPr kumimoji="1" lang="ja-JP" altLang="en-US" smtClean="0"/>
              <a:t>2026/3/29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FD677-F296-4F8B-9853-A20703C0FC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5284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1EEEE-D455-4E67-9819-9ADCB3540893}" type="datetimeFigureOut">
              <a:rPr kumimoji="1" lang="ja-JP" altLang="en-US" smtClean="0"/>
              <a:t>2026/3/29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FD677-F296-4F8B-9853-A20703C0FC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7918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99969"/>
            <a:ext cx="3932237" cy="2099892"/>
          </a:xfrm>
        </p:spPr>
        <p:txBody>
          <a:bodyPr anchor="b"/>
          <a:lstStyle>
            <a:lvl1pPr>
              <a:defRPr sz="4199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295769"/>
            <a:ext cx="6172200" cy="6395505"/>
          </a:xfrm>
        </p:spPr>
        <p:txBody>
          <a:bodyPr/>
          <a:lstStyle>
            <a:lvl1pPr>
              <a:defRPr sz="4199"/>
            </a:lvl1pPr>
            <a:lvl2pPr>
              <a:defRPr sz="3674"/>
            </a:lvl2pPr>
            <a:lvl3pPr>
              <a:defRPr sz="3150"/>
            </a:lvl3pPr>
            <a:lvl4pPr>
              <a:defRPr sz="2625"/>
            </a:lvl4pPr>
            <a:lvl5pPr>
              <a:defRPr sz="2625"/>
            </a:lvl5pPr>
            <a:lvl6pPr>
              <a:defRPr sz="2625"/>
            </a:lvl6pPr>
            <a:lvl7pPr>
              <a:defRPr sz="2625"/>
            </a:lvl7pPr>
            <a:lvl8pPr>
              <a:defRPr sz="2625"/>
            </a:lvl8pPr>
            <a:lvl9pPr>
              <a:defRPr sz="2625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699862"/>
            <a:ext cx="3932237" cy="5001827"/>
          </a:xfrm>
        </p:spPr>
        <p:txBody>
          <a:bodyPr/>
          <a:lstStyle>
            <a:lvl1pPr marL="0" indent="0">
              <a:buNone/>
              <a:defRPr sz="2100"/>
            </a:lvl1pPr>
            <a:lvl2pPr marL="599984" indent="0">
              <a:buNone/>
              <a:defRPr sz="1837"/>
            </a:lvl2pPr>
            <a:lvl3pPr marL="1199967" indent="0">
              <a:buNone/>
              <a:defRPr sz="1575"/>
            </a:lvl3pPr>
            <a:lvl4pPr marL="1799951" indent="0">
              <a:buNone/>
              <a:defRPr sz="1312"/>
            </a:lvl4pPr>
            <a:lvl5pPr marL="2399934" indent="0">
              <a:buNone/>
              <a:defRPr sz="1312"/>
            </a:lvl5pPr>
            <a:lvl6pPr marL="2999918" indent="0">
              <a:buNone/>
              <a:defRPr sz="1312"/>
            </a:lvl6pPr>
            <a:lvl7pPr marL="3599901" indent="0">
              <a:buNone/>
              <a:defRPr sz="1312"/>
            </a:lvl7pPr>
            <a:lvl8pPr marL="4199885" indent="0">
              <a:buNone/>
              <a:defRPr sz="1312"/>
            </a:lvl8pPr>
            <a:lvl9pPr marL="4799868" indent="0">
              <a:buNone/>
              <a:defRPr sz="1312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1EEEE-D455-4E67-9819-9ADCB3540893}" type="datetimeFigureOut">
              <a:rPr kumimoji="1" lang="ja-JP" altLang="en-US" smtClean="0"/>
              <a:t>2026/3/29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FD677-F296-4F8B-9853-A20703C0FC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110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99969"/>
            <a:ext cx="3932237" cy="2099892"/>
          </a:xfrm>
        </p:spPr>
        <p:txBody>
          <a:bodyPr anchor="b"/>
          <a:lstStyle>
            <a:lvl1pPr>
              <a:defRPr sz="4199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295769"/>
            <a:ext cx="6172200" cy="6395505"/>
          </a:xfrm>
        </p:spPr>
        <p:txBody>
          <a:bodyPr anchor="t"/>
          <a:lstStyle>
            <a:lvl1pPr marL="0" indent="0">
              <a:buNone/>
              <a:defRPr sz="4199"/>
            </a:lvl1pPr>
            <a:lvl2pPr marL="599984" indent="0">
              <a:buNone/>
              <a:defRPr sz="3674"/>
            </a:lvl2pPr>
            <a:lvl3pPr marL="1199967" indent="0">
              <a:buNone/>
              <a:defRPr sz="3150"/>
            </a:lvl3pPr>
            <a:lvl4pPr marL="1799951" indent="0">
              <a:buNone/>
              <a:defRPr sz="2625"/>
            </a:lvl4pPr>
            <a:lvl5pPr marL="2399934" indent="0">
              <a:buNone/>
              <a:defRPr sz="2625"/>
            </a:lvl5pPr>
            <a:lvl6pPr marL="2999918" indent="0">
              <a:buNone/>
              <a:defRPr sz="2625"/>
            </a:lvl6pPr>
            <a:lvl7pPr marL="3599901" indent="0">
              <a:buNone/>
              <a:defRPr sz="2625"/>
            </a:lvl7pPr>
            <a:lvl8pPr marL="4199885" indent="0">
              <a:buNone/>
              <a:defRPr sz="2625"/>
            </a:lvl8pPr>
            <a:lvl9pPr marL="4799868" indent="0">
              <a:buNone/>
              <a:defRPr sz="2625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699862"/>
            <a:ext cx="3932237" cy="5001827"/>
          </a:xfrm>
        </p:spPr>
        <p:txBody>
          <a:bodyPr/>
          <a:lstStyle>
            <a:lvl1pPr marL="0" indent="0">
              <a:buNone/>
              <a:defRPr sz="2100"/>
            </a:lvl1pPr>
            <a:lvl2pPr marL="599984" indent="0">
              <a:buNone/>
              <a:defRPr sz="1837"/>
            </a:lvl2pPr>
            <a:lvl3pPr marL="1199967" indent="0">
              <a:buNone/>
              <a:defRPr sz="1575"/>
            </a:lvl3pPr>
            <a:lvl4pPr marL="1799951" indent="0">
              <a:buNone/>
              <a:defRPr sz="1312"/>
            </a:lvl4pPr>
            <a:lvl5pPr marL="2399934" indent="0">
              <a:buNone/>
              <a:defRPr sz="1312"/>
            </a:lvl5pPr>
            <a:lvl6pPr marL="2999918" indent="0">
              <a:buNone/>
              <a:defRPr sz="1312"/>
            </a:lvl6pPr>
            <a:lvl7pPr marL="3599901" indent="0">
              <a:buNone/>
              <a:defRPr sz="1312"/>
            </a:lvl7pPr>
            <a:lvl8pPr marL="4199885" indent="0">
              <a:buNone/>
              <a:defRPr sz="1312"/>
            </a:lvl8pPr>
            <a:lvl9pPr marL="4799868" indent="0">
              <a:buNone/>
              <a:defRPr sz="1312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1EEEE-D455-4E67-9819-9ADCB3540893}" type="datetimeFigureOut">
              <a:rPr kumimoji="1" lang="ja-JP" altLang="en-US" smtClean="0"/>
              <a:t>2026/3/29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FD677-F296-4F8B-9853-A20703C0FC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7232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1EEEE-D455-4E67-9819-9ADCB3540893}" type="datetimeFigureOut">
              <a:rPr kumimoji="1" lang="ja-JP" altLang="en-US" smtClean="0"/>
              <a:t>2026/3/29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FD677-F296-4F8B-9853-A20703C0FC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6561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79142"/>
            <a:ext cx="2628900" cy="7626692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79142"/>
            <a:ext cx="7734300" cy="7626692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1EEEE-D455-4E67-9819-9ADCB3540893}" type="datetimeFigureOut">
              <a:rPr kumimoji="1" lang="ja-JP" altLang="en-US" smtClean="0"/>
              <a:t>2026/3/29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FD677-F296-4F8B-9853-A20703C0FC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2616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79144"/>
            <a:ext cx="10515600" cy="1739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395710"/>
            <a:ext cx="10515600" cy="5710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8341240"/>
            <a:ext cx="2743200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E1EEEE-D455-4E67-9819-9ADCB3540893}" type="datetimeFigureOut">
              <a:rPr kumimoji="1" lang="ja-JP" altLang="en-US" smtClean="0"/>
              <a:t>2026/3/29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8341240"/>
            <a:ext cx="4114800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8341240"/>
            <a:ext cx="2743200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8FD677-F296-4F8B-9853-A20703C0FC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0957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199967" rtl="0" eaLnBrk="1" latinLnBrk="0" hangingPunct="1">
        <a:lnSpc>
          <a:spcPct val="90000"/>
        </a:lnSpc>
        <a:spcBef>
          <a:spcPct val="0"/>
        </a:spcBef>
        <a:buNone/>
        <a:defRPr kumimoji="1" sz="577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9992" indent="-299992" algn="l" defTabSz="119996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kumimoji="1" sz="3674" kern="1200">
          <a:solidFill>
            <a:schemeClr val="tx1"/>
          </a:solidFill>
          <a:latin typeface="+mn-lt"/>
          <a:ea typeface="+mn-ea"/>
          <a:cs typeface="+mn-cs"/>
        </a:defRPr>
      </a:lvl1pPr>
      <a:lvl2pPr marL="899975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kumimoji="1" sz="3150" kern="1200">
          <a:solidFill>
            <a:schemeClr val="tx1"/>
          </a:solidFill>
          <a:latin typeface="+mn-lt"/>
          <a:ea typeface="+mn-ea"/>
          <a:cs typeface="+mn-cs"/>
        </a:defRPr>
      </a:lvl2pPr>
      <a:lvl3pPr marL="1499959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kumimoji="1" sz="2625" kern="1200">
          <a:solidFill>
            <a:schemeClr val="tx1"/>
          </a:solidFill>
          <a:latin typeface="+mn-lt"/>
          <a:ea typeface="+mn-ea"/>
          <a:cs typeface="+mn-cs"/>
        </a:defRPr>
      </a:lvl3pPr>
      <a:lvl4pPr marL="2099942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kumimoji="1" sz="2362" kern="1200">
          <a:solidFill>
            <a:schemeClr val="tx1"/>
          </a:solidFill>
          <a:latin typeface="+mn-lt"/>
          <a:ea typeface="+mn-ea"/>
          <a:cs typeface="+mn-cs"/>
        </a:defRPr>
      </a:lvl4pPr>
      <a:lvl5pPr marL="2699926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kumimoji="1" sz="2362" kern="1200">
          <a:solidFill>
            <a:schemeClr val="tx1"/>
          </a:solidFill>
          <a:latin typeface="+mn-lt"/>
          <a:ea typeface="+mn-ea"/>
          <a:cs typeface="+mn-cs"/>
        </a:defRPr>
      </a:lvl5pPr>
      <a:lvl6pPr marL="3299910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kumimoji="1" sz="2362" kern="1200">
          <a:solidFill>
            <a:schemeClr val="tx1"/>
          </a:solidFill>
          <a:latin typeface="+mn-lt"/>
          <a:ea typeface="+mn-ea"/>
          <a:cs typeface="+mn-cs"/>
        </a:defRPr>
      </a:lvl6pPr>
      <a:lvl7pPr marL="3899893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kumimoji="1" sz="2362" kern="1200">
          <a:solidFill>
            <a:schemeClr val="tx1"/>
          </a:solidFill>
          <a:latin typeface="+mn-lt"/>
          <a:ea typeface="+mn-ea"/>
          <a:cs typeface="+mn-cs"/>
        </a:defRPr>
      </a:lvl7pPr>
      <a:lvl8pPr marL="4499877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kumimoji="1" sz="2362" kern="1200">
          <a:solidFill>
            <a:schemeClr val="tx1"/>
          </a:solidFill>
          <a:latin typeface="+mn-lt"/>
          <a:ea typeface="+mn-ea"/>
          <a:cs typeface="+mn-cs"/>
        </a:defRPr>
      </a:lvl8pPr>
      <a:lvl9pPr marL="5099860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kumimoji="1" sz="23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99967" rtl="0" eaLnBrk="1" latinLnBrk="0" hangingPunct="1">
        <a:defRPr kumimoji="1" sz="2362" kern="1200">
          <a:solidFill>
            <a:schemeClr val="tx1"/>
          </a:solidFill>
          <a:latin typeface="+mn-lt"/>
          <a:ea typeface="+mn-ea"/>
          <a:cs typeface="+mn-cs"/>
        </a:defRPr>
      </a:lvl1pPr>
      <a:lvl2pPr marL="599984" algn="l" defTabSz="1199967" rtl="0" eaLnBrk="1" latinLnBrk="0" hangingPunct="1">
        <a:defRPr kumimoji="1" sz="2362" kern="1200">
          <a:solidFill>
            <a:schemeClr val="tx1"/>
          </a:solidFill>
          <a:latin typeface="+mn-lt"/>
          <a:ea typeface="+mn-ea"/>
          <a:cs typeface="+mn-cs"/>
        </a:defRPr>
      </a:lvl2pPr>
      <a:lvl3pPr marL="1199967" algn="l" defTabSz="1199967" rtl="0" eaLnBrk="1" latinLnBrk="0" hangingPunct="1">
        <a:defRPr kumimoji="1"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799951" algn="l" defTabSz="1199967" rtl="0" eaLnBrk="1" latinLnBrk="0" hangingPunct="1">
        <a:defRPr kumimoji="1" sz="2362" kern="1200">
          <a:solidFill>
            <a:schemeClr val="tx1"/>
          </a:solidFill>
          <a:latin typeface="+mn-lt"/>
          <a:ea typeface="+mn-ea"/>
          <a:cs typeface="+mn-cs"/>
        </a:defRPr>
      </a:lvl4pPr>
      <a:lvl5pPr marL="2399934" algn="l" defTabSz="1199967" rtl="0" eaLnBrk="1" latinLnBrk="0" hangingPunct="1">
        <a:defRPr kumimoji="1" sz="2362" kern="1200">
          <a:solidFill>
            <a:schemeClr val="tx1"/>
          </a:solidFill>
          <a:latin typeface="+mn-lt"/>
          <a:ea typeface="+mn-ea"/>
          <a:cs typeface="+mn-cs"/>
        </a:defRPr>
      </a:lvl5pPr>
      <a:lvl6pPr marL="2999918" algn="l" defTabSz="1199967" rtl="0" eaLnBrk="1" latinLnBrk="0" hangingPunct="1">
        <a:defRPr kumimoji="1" sz="2362" kern="1200">
          <a:solidFill>
            <a:schemeClr val="tx1"/>
          </a:solidFill>
          <a:latin typeface="+mn-lt"/>
          <a:ea typeface="+mn-ea"/>
          <a:cs typeface="+mn-cs"/>
        </a:defRPr>
      </a:lvl6pPr>
      <a:lvl7pPr marL="3599901" algn="l" defTabSz="1199967" rtl="0" eaLnBrk="1" latinLnBrk="0" hangingPunct="1">
        <a:defRPr kumimoji="1" sz="2362" kern="1200">
          <a:solidFill>
            <a:schemeClr val="tx1"/>
          </a:solidFill>
          <a:latin typeface="+mn-lt"/>
          <a:ea typeface="+mn-ea"/>
          <a:cs typeface="+mn-cs"/>
        </a:defRPr>
      </a:lvl7pPr>
      <a:lvl8pPr marL="4199885" algn="l" defTabSz="1199967" rtl="0" eaLnBrk="1" latinLnBrk="0" hangingPunct="1">
        <a:defRPr kumimoji="1" sz="2362" kern="1200">
          <a:solidFill>
            <a:schemeClr val="tx1"/>
          </a:solidFill>
          <a:latin typeface="+mn-lt"/>
          <a:ea typeface="+mn-ea"/>
          <a:cs typeface="+mn-cs"/>
        </a:defRPr>
      </a:lvl8pPr>
      <a:lvl9pPr marL="4799868" algn="l" defTabSz="1199967" rtl="0" eaLnBrk="1" latinLnBrk="0" hangingPunct="1">
        <a:defRPr kumimoji="1" sz="23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円/楕円 3"/>
          <p:cNvSpPr/>
          <p:nvPr/>
        </p:nvSpPr>
        <p:spPr>
          <a:xfrm>
            <a:off x="245208" y="1526039"/>
            <a:ext cx="2359742" cy="2286000"/>
          </a:xfrm>
          <a:prstGeom prst="ellipse">
            <a:avLst/>
          </a:prstGeom>
          <a:solidFill>
            <a:srgbClr val="00B0F0">
              <a:alpha val="20000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8" name="円/楕円 7"/>
          <p:cNvSpPr/>
          <p:nvPr/>
        </p:nvSpPr>
        <p:spPr>
          <a:xfrm>
            <a:off x="2312442" y="1565119"/>
            <a:ext cx="2359742" cy="2286000"/>
          </a:xfrm>
          <a:prstGeom prst="ellipse">
            <a:avLst/>
          </a:prstGeom>
          <a:solidFill>
            <a:srgbClr val="00B0F0">
              <a:alpha val="20000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9" name="円/楕円 8"/>
          <p:cNvSpPr/>
          <p:nvPr/>
        </p:nvSpPr>
        <p:spPr>
          <a:xfrm>
            <a:off x="1275138" y="2764291"/>
            <a:ext cx="2359742" cy="2286000"/>
          </a:xfrm>
          <a:prstGeom prst="ellipse">
            <a:avLst/>
          </a:prstGeom>
          <a:solidFill>
            <a:srgbClr val="00B0F0">
              <a:alpha val="20000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8" name="円/楕円 17"/>
          <p:cNvSpPr/>
          <p:nvPr/>
        </p:nvSpPr>
        <p:spPr>
          <a:xfrm>
            <a:off x="1267764" y="2767464"/>
            <a:ext cx="2359742" cy="2286000"/>
          </a:xfrm>
          <a:prstGeom prst="ellipse">
            <a:avLst/>
          </a:prstGeom>
          <a:noFill/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0" name="円/楕円 19"/>
          <p:cNvSpPr/>
          <p:nvPr/>
        </p:nvSpPr>
        <p:spPr>
          <a:xfrm>
            <a:off x="2319815" y="1554784"/>
            <a:ext cx="2359742" cy="2286000"/>
          </a:xfrm>
          <a:prstGeom prst="ellipse">
            <a:avLst/>
          </a:prstGeom>
          <a:noFill/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1" name="円/楕円 20"/>
          <p:cNvSpPr/>
          <p:nvPr/>
        </p:nvSpPr>
        <p:spPr>
          <a:xfrm>
            <a:off x="237834" y="1526039"/>
            <a:ext cx="2359742" cy="2286000"/>
          </a:xfrm>
          <a:prstGeom prst="ellipse">
            <a:avLst/>
          </a:prstGeom>
          <a:noFill/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1743810" y="3907291"/>
            <a:ext cx="1407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1/100</a:t>
            </a:r>
            <a:endParaRPr lang="ja-JP" altLang="en-US" sz="20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563939" y="2162132"/>
            <a:ext cx="1407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1/100</a:t>
            </a:r>
            <a:endParaRPr lang="ja-JP" altLang="en-US" sz="20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2858597" y="2153586"/>
            <a:ext cx="1407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1/100</a:t>
            </a:r>
            <a:endParaRPr lang="ja-JP" altLang="en-US" sz="20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25" name="図 2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678042" y="3582587"/>
            <a:ext cx="2282543" cy="1582268"/>
          </a:xfrm>
          <a:prstGeom prst="rect">
            <a:avLst/>
          </a:prstGeom>
        </p:spPr>
      </p:pic>
      <p:sp>
        <p:nvSpPr>
          <p:cNvPr id="26" name="下矢印 25"/>
          <p:cNvSpPr/>
          <p:nvPr/>
        </p:nvSpPr>
        <p:spPr>
          <a:xfrm rot="7719193">
            <a:off x="2576849" y="2814862"/>
            <a:ext cx="360385" cy="771886"/>
          </a:xfrm>
          <a:prstGeom prst="downArrow">
            <a:avLst>
              <a:gd name="adj1" fmla="val 50000"/>
              <a:gd name="adj2" fmla="val 78674"/>
            </a:avLst>
          </a:prstGeom>
          <a:solidFill>
            <a:schemeClr val="bg1">
              <a:lumMod val="65000"/>
            </a:schemeClr>
          </a:solidFill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/>
          </a:p>
        </p:txBody>
      </p:sp>
      <p:sp>
        <p:nvSpPr>
          <p:cNvPr id="27" name="角丸四角形吹き出し 26"/>
          <p:cNvSpPr/>
          <p:nvPr/>
        </p:nvSpPr>
        <p:spPr>
          <a:xfrm>
            <a:off x="3006326" y="3214125"/>
            <a:ext cx="2519843" cy="603283"/>
          </a:xfrm>
          <a:prstGeom prst="wedgeRoundRectCallout">
            <a:avLst>
              <a:gd name="adj1" fmla="val -3944"/>
              <a:gd name="adj2" fmla="val 98497"/>
              <a:gd name="adj3" fmla="val 16667"/>
            </a:avLst>
          </a:prstGeom>
          <a:solidFill>
            <a:schemeClr val="bg1"/>
          </a:solidFill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dirty="0">
                <a:solidFill>
                  <a:schemeClr val="tx1">
                    <a:lumMod val="85000"/>
                    <a:lumOff val="15000"/>
                  </a:schemeClr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1/1,000,000</a:t>
            </a:r>
            <a:r>
              <a:rPr lang="ja-JP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のアイデア</a:t>
            </a:r>
          </a:p>
        </p:txBody>
      </p:sp>
    </p:spTree>
    <p:extLst>
      <p:ext uri="{BB962C8B-B14F-4D97-AF65-F5344CB8AC3E}">
        <p14:creationId xmlns:p14="http://schemas.microsoft.com/office/powerpoint/2010/main" val="1252582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4BF97A9A-21BF-B1C3-CC0C-899C23AE8513}"/>
              </a:ext>
            </a:extLst>
          </p:cNvPr>
          <p:cNvSpPr/>
          <p:nvPr/>
        </p:nvSpPr>
        <p:spPr>
          <a:xfrm>
            <a:off x="577516" y="506533"/>
            <a:ext cx="10716127" cy="1623019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6035E54-0D93-913E-942F-8F42334C01BD}"/>
              </a:ext>
            </a:extLst>
          </p:cNvPr>
          <p:cNvSpPr/>
          <p:nvPr/>
        </p:nvSpPr>
        <p:spPr>
          <a:xfrm>
            <a:off x="1090588" y="780807"/>
            <a:ext cx="3941379" cy="10878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r>
              <a:rPr lang="ja-JP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つのベクトル</a:t>
            </a:r>
            <a:endParaRPr lang="en-US" altLang="ja-JP" sz="2400" b="1" dirty="0">
              <a:solidFill>
                <a:schemeClr val="tx1">
                  <a:lumMod val="85000"/>
                  <a:lumOff val="1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endParaRPr lang="en-US" altLang="ja-JP" sz="1100" b="1" dirty="0">
              <a:solidFill>
                <a:schemeClr val="tx1">
                  <a:lumMod val="85000"/>
                  <a:lumOff val="1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ja-JP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どこを</a:t>
            </a:r>
            <a:r>
              <a:rPr lang="en-US" altLang="ja-JP" b="1" dirty="0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lang="ja-JP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どのように</a:t>
            </a:r>
            <a:r>
              <a:rPr lang="en-US" altLang="ja-JP" b="1" dirty="0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lang="ja-JP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どこまで掘るか</a:t>
            </a:r>
            <a:endParaRPr lang="en-US" altLang="ja-JP" b="1" dirty="0">
              <a:solidFill>
                <a:schemeClr val="tx1">
                  <a:lumMod val="85000"/>
                  <a:lumOff val="1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2E6C4E1-7882-0F25-6354-D5F9DD63A631}"/>
              </a:ext>
            </a:extLst>
          </p:cNvPr>
          <p:cNvSpPr/>
          <p:nvPr/>
        </p:nvSpPr>
        <p:spPr>
          <a:xfrm>
            <a:off x="5972645" y="780808"/>
            <a:ext cx="2417378" cy="10878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7</a:t>
            </a:r>
            <a:r>
              <a:rPr lang="ja-JP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つの工夫</a:t>
            </a:r>
            <a:endParaRPr lang="en-US" altLang="ja-JP" sz="2400" b="1" dirty="0">
              <a:solidFill>
                <a:schemeClr val="tx1">
                  <a:lumMod val="85000"/>
                  <a:lumOff val="1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F26A668-AD74-E348-56DA-69B0655E2A71}"/>
              </a:ext>
            </a:extLst>
          </p:cNvPr>
          <p:cNvSpPr txBox="1"/>
          <p:nvPr/>
        </p:nvSpPr>
        <p:spPr>
          <a:xfrm>
            <a:off x="8815275" y="1063105"/>
            <a:ext cx="21817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アイデア出し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D08465A-27F0-3873-DC75-3041100D4228}"/>
              </a:ext>
            </a:extLst>
          </p:cNvPr>
          <p:cNvSpPr txBox="1"/>
          <p:nvPr/>
        </p:nvSpPr>
        <p:spPr>
          <a:xfrm>
            <a:off x="5034183" y="939996"/>
            <a:ext cx="9384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+</a:t>
            </a:r>
            <a:endParaRPr lang="ja-JP" altLang="en-US" sz="44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DD9A04F8-921D-993F-AC31-9624BF6D4F86}"/>
              </a:ext>
            </a:extLst>
          </p:cNvPr>
          <p:cNvSpPr/>
          <p:nvPr/>
        </p:nvSpPr>
        <p:spPr>
          <a:xfrm>
            <a:off x="577516" y="3026407"/>
            <a:ext cx="10716127" cy="1445292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81DFF76-9AEF-836E-2F8B-4D0FBF32CED9}"/>
              </a:ext>
            </a:extLst>
          </p:cNvPr>
          <p:cNvSpPr/>
          <p:nvPr/>
        </p:nvSpPr>
        <p:spPr>
          <a:xfrm>
            <a:off x="1090587" y="3399070"/>
            <a:ext cx="1796992" cy="6678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禅問答</a:t>
            </a:r>
            <a:endParaRPr lang="en-US" altLang="ja-JP" b="1" dirty="0">
              <a:solidFill>
                <a:schemeClr val="tx1">
                  <a:lumMod val="85000"/>
                  <a:lumOff val="1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D8F93D3-5985-C2BC-9315-7B08D9D42E22}"/>
              </a:ext>
            </a:extLst>
          </p:cNvPr>
          <p:cNvSpPr txBox="1"/>
          <p:nvPr/>
        </p:nvSpPr>
        <p:spPr>
          <a:xfrm>
            <a:off x="8363884" y="3471401"/>
            <a:ext cx="28404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ブラッシュアップ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98DEB8DA-0534-9F34-411F-E975AEC056B8}"/>
              </a:ext>
            </a:extLst>
          </p:cNvPr>
          <p:cNvSpPr txBox="1"/>
          <p:nvPr/>
        </p:nvSpPr>
        <p:spPr>
          <a:xfrm>
            <a:off x="3121918" y="3119902"/>
            <a:ext cx="28404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・掘り方は正しいか？</a:t>
            </a:r>
            <a:endParaRPr lang="en-US" altLang="ja-JP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・新たな知見は？</a:t>
            </a:r>
            <a:endParaRPr lang="en-US" altLang="ja-JP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・現実性は？</a:t>
            </a:r>
            <a:endParaRPr lang="en-US" altLang="ja-JP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5776A8C-0FC0-AEF3-D524-0E8E448EED03}"/>
              </a:ext>
            </a:extLst>
          </p:cNvPr>
          <p:cNvSpPr txBox="1"/>
          <p:nvPr/>
        </p:nvSpPr>
        <p:spPr>
          <a:xfrm>
            <a:off x="5549533" y="3119903"/>
            <a:ext cx="28404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・定義は？</a:t>
            </a:r>
            <a:endParaRPr lang="en-US" altLang="ja-JP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・バイアスは？</a:t>
            </a:r>
            <a:endParaRPr lang="en-US" altLang="ja-JP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・臨床的な意義はある？</a:t>
            </a:r>
            <a:endParaRPr lang="en-US" altLang="ja-JP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　　　　など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83AB32C4-EC3F-517E-E3E8-10EBCE5F2265}"/>
              </a:ext>
            </a:extLst>
          </p:cNvPr>
          <p:cNvSpPr/>
          <p:nvPr/>
        </p:nvSpPr>
        <p:spPr>
          <a:xfrm>
            <a:off x="3892899" y="5419165"/>
            <a:ext cx="4090737" cy="1090863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4C691366-6627-72EC-18BB-092A43F500F0}"/>
              </a:ext>
            </a:extLst>
          </p:cNvPr>
          <p:cNvSpPr/>
          <p:nvPr/>
        </p:nvSpPr>
        <p:spPr>
          <a:xfrm>
            <a:off x="4446311" y="5652686"/>
            <a:ext cx="2968066" cy="6678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環境・資金・倫理</a:t>
            </a:r>
            <a:endParaRPr lang="en-US" altLang="ja-JP" b="1" dirty="0">
              <a:solidFill>
                <a:schemeClr val="tx1">
                  <a:lumMod val="85000"/>
                  <a:lumOff val="1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5153BFDB-AC1E-AA84-6984-1B9A6602F20F}"/>
              </a:ext>
            </a:extLst>
          </p:cNvPr>
          <p:cNvSpPr txBox="1"/>
          <p:nvPr/>
        </p:nvSpPr>
        <p:spPr>
          <a:xfrm>
            <a:off x="7835906" y="5425334"/>
            <a:ext cx="17234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除外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4E620001-72AD-CFF5-1BC7-F03F38BE361D}"/>
              </a:ext>
            </a:extLst>
          </p:cNvPr>
          <p:cNvSpPr/>
          <p:nvPr/>
        </p:nvSpPr>
        <p:spPr>
          <a:xfrm>
            <a:off x="4459758" y="7309577"/>
            <a:ext cx="2968066" cy="6678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アイデア</a:t>
            </a:r>
            <a:endParaRPr lang="en-US" altLang="ja-JP" b="1" dirty="0">
              <a:solidFill>
                <a:schemeClr val="tx1">
                  <a:lumMod val="85000"/>
                  <a:lumOff val="1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F93EFE3A-AE4D-77A3-2341-255CFD2C08F8}"/>
              </a:ext>
            </a:extLst>
          </p:cNvPr>
          <p:cNvSpPr/>
          <p:nvPr/>
        </p:nvSpPr>
        <p:spPr>
          <a:xfrm>
            <a:off x="9409040" y="5630655"/>
            <a:ext cx="1871392" cy="6678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ボツ</a:t>
            </a:r>
            <a:endParaRPr lang="en-US" altLang="ja-JP" b="1" dirty="0">
              <a:solidFill>
                <a:schemeClr val="tx1">
                  <a:lumMod val="85000"/>
                  <a:lumOff val="1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36A419FE-AFAE-40FC-FE98-6A345CE6B352}"/>
              </a:ext>
            </a:extLst>
          </p:cNvPr>
          <p:cNvCxnSpPr>
            <a:stCxn id="6" idx="2"/>
            <a:endCxn id="10" idx="0"/>
          </p:cNvCxnSpPr>
          <p:nvPr/>
        </p:nvCxnSpPr>
        <p:spPr>
          <a:xfrm>
            <a:off x="5935580" y="2129552"/>
            <a:ext cx="0" cy="896855"/>
          </a:xfrm>
          <a:prstGeom prst="straightConnector1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2F66ADE0-6BBF-EA19-341E-3C2A0D53EFC9}"/>
              </a:ext>
            </a:extLst>
          </p:cNvPr>
          <p:cNvCxnSpPr>
            <a:cxnSpLocks/>
            <a:stCxn id="18" idx="3"/>
            <a:endCxn id="26" idx="1"/>
          </p:cNvCxnSpPr>
          <p:nvPr/>
        </p:nvCxnSpPr>
        <p:spPr>
          <a:xfrm flipV="1">
            <a:off x="7983636" y="5964596"/>
            <a:ext cx="1425404" cy="1"/>
          </a:xfrm>
          <a:prstGeom prst="straightConnector1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42623CD1-B0EB-F550-CE26-FF8FA51D2637}"/>
              </a:ext>
            </a:extLst>
          </p:cNvPr>
          <p:cNvCxnSpPr>
            <a:cxnSpLocks/>
            <a:stCxn id="18" idx="2"/>
            <a:endCxn id="23" idx="0"/>
          </p:cNvCxnSpPr>
          <p:nvPr/>
        </p:nvCxnSpPr>
        <p:spPr>
          <a:xfrm>
            <a:off x="5938268" y="6510028"/>
            <a:ext cx="5523" cy="799549"/>
          </a:xfrm>
          <a:prstGeom prst="straightConnector1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FF41D589-962B-1F22-C2B3-D09249612A0F}"/>
              </a:ext>
            </a:extLst>
          </p:cNvPr>
          <p:cNvCxnSpPr>
            <a:cxnSpLocks/>
            <a:stCxn id="10" idx="2"/>
            <a:endCxn id="18" idx="0"/>
          </p:cNvCxnSpPr>
          <p:nvPr/>
        </p:nvCxnSpPr>
        <p:spPr>
          <a:xfrm>
            <a:off x="5935580" y="4471699"/>
            <a:ext cx="2688" cy="947466"/>
          </a:xfrm>
          <a:prstGeom prst="straightConnector1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626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テーマ">
  <a:themeElements>
    <a:clrScheme name="Office 2013 - 2022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207</TotalTime>
  <Words>71</Words>
  <Application>Microsoft Office PowerPoint</Application>
  <PresentationFormat>ユーザー設定</PresentationFormat>
  <Paragraphs>23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8" baseType="lpstr">
      <vt:lpstr>BIZ UDPゴシック</vt:lpstr>
      <vt:lpstr>HGPｺﾞｼｯｸE</vt:lpstr>
      <vt:lpstr>Arial</vt:lpstr>
      <vt:lpstr>Calibri</vt:lpstr>
      <vt:lpstr>Calibri Light</vt:lpstr>
      <vt:lpstr>Office 2013 - 2022 テーマ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Microsoft アカウント</dc:creator>
  <cp:lastModifiedBy>83 00</cp:lastModifiedBy>
  <cp:revision>5</cp:revision>
  <dcterms:created xsi:type="dcterms:W3CDTF">2026-03-05T02:11:11Z</dcterms:created>
  <dcterms:modified xsi:type="dcterms:W3CDTF">2026-03-29T05:52:22Z</dcterms:modified>
</cp:coreProperties>
</file>