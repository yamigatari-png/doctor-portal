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128EB-9C43-4041-9CB5-1EDEEF2F76F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5C7A-6273-4A8E-B73F-460AEA3A0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8205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128EB-9C43-4041-9CB5-1EDEEF2F76F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5C7A-6273-4A8E-B73F-460AEA3A0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44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128EB-9C43-4041-9CB5-1EDEEF2F76F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5C7A-6273-4A8E-B73F-460AEA3A0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04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128EB-9C43-4041-9CB5-1EDEEF2F76F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5C7A-6273-4A8E-B73F-460AEA3A0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558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128EB-9C43-4041-9CB5-1EDEEF2F76F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5C7A-6273-4A8E-B73F-460AEA3A0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3786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128EB-9C43-4041-9CB5-1EDEEF2F76F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5C7A-6273-4A8E-B73F-460AEA3A0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010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128EB-9C43-4041-9CB5-1EDEEF2F76F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5C7A-6273-4A8E-B73F-460AEA3A0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029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128EB-9C43-4041-9CB5-1EDEEF2F76F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5C7A-6273-4A8E-B73F-460AEA3A0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49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128EB-9C43-4041-9CB5-1EDEEF2F76F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5C7A-6273-4A8E-B73F-460AEA3A0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28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128EB-9C43-4041-9CB5-1EDEEF2F76F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5C7A-6273-4A8E-B73F-460AEA3A0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530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128EB-9C43-4041-9CB5-1EDEEF2F76F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5C7A-6273-4A8E-B73F-460AEA3A0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113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128EB-9C43-4041-9CB5-1EDEEF2F76F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25C7A-6273-4A8E-B73F-460AEA3A0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96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674558" y="569626"/>
            <a:ext cx="3582649" cy="356765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09468" y="2075604"/>
            <a:ext cx="3312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 smtClean="0"/>
              <a:t>疾患</a:t>
            </a:r>
            <a:r>
              <a:rPr kumimoji="1" lang="en-US" altLang="ja-JP" sz="3200" b="1" dirty="0" smtClean="0"/>
              <a:t>A</a:t>
            </a:r>
            <a:r>
              <a:rPr lang="ja-JP" altLang="en-US" sz="3200" b="1" dirty="0" smtClean="0"/>
              <a:t>に対し</a:t>
            </a:r>
            <a:r>
              <a:rPr kumimoji="1" lang="ja-JP" altLang="en-US" sz="3200" b="1" dirty="0" smtClean="0"/>
              <a:t>特効薬</a:t>
            </a:r>
            <a:r>
              <a:rPr kumimoji="1" lang="en-US" altLang="ja-JP" sz="3200" b="1" dirty="0" smtClean="0"/>
              <a:t>X</a:t>
            </a:r>
            <a:r>
              <a:rPr kumimoji="1" lang="ja-JP" altLang="en-US" sz="3200" b="1" dirty="0" smtClean="0"/>
              <a:t>が</a:t>
            </a:r>
            <a:r>
              <a:rPr kumimoji="1" lang="en-US" altLang="ja-JP" sz="3200" b="1" dirty="0" smtClean="0"/>
              <a:t>100%</a:t>
            </a:r>
            <a:r>
              <a:rPr lang="ja-JP" altLang="en-US" sz="3200" b="1" dirty="0"/>
              <a:t>効く</a:t>
            </a:r>
            <a:endParaRPr kumimoji="1" lang="ja-JP" altLang="en-US" sz="3200" b="1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38715" y="1244607"/>
            <a:ext cx="2454332" cy="461665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研究対象の集団</a:t>
            </a:r>
            <a:endParaRPr kumimoji="1" lang="ja-JP" alt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円/楕円 7"/>
          <p:cNvSpPr/>
          <p:nvPr/>
        </p:nvSpPr>
        <p:spPr>
          <a:xfrm>
            <a:off x="7839853" y="569626"/>
            <a:ext cx="3582649" cy="356765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8469439" y="1244607"/>
            <a:ext cx="2323475" cy="830997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別の</a:t>
            </a:r>
            <a:r>
              <a:rPr kumimoji="1" lang="ja-JP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集団</a:t>
            </a:r>
            <a:endParaRPr kumimoji="1" lang="en-US" altLang="ja-JP" sz="24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kumimoji="1" lang="ja-JP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（自施設など）</a:t>
            </a:r>
            <a:endParaRPr kumimoji="1" lang="ja-JP" alt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322633" y="275111"/>
            <a:ext cx="33128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 smtClean="0"/>
              <a:t>人種</a:t>
            </a:r>
            <a:endParaRPr kumimoji="1" lang="en-US" altLang="ja-JP" sz="2400" b="1" dirty="0" smtClean="0"/>
          </a:p>
          <a:p>
            <a:pPr algn="ctr"/>
            <a:r>
              <a:rPr lang="ja-JP" altLang="en-US" sz="2400" b="1" dirty="0" smtClean="0"/>
              <a:t>医療体制</a:t>
            </a:r>
            <a:endParaRPr lang="en-US" altLang="ja-JP" sz="2400" b="1" dirty="0" smtClean="0"/>
          </a:p>
          <a:p>
            <a:pPr algn="ctr"/>
            <a:r>
              <a:rPr kumimoji="1" lang="ja-JP" altLang="en-US" sz="2400" b="1" dirty="0" smtClean="0"/>
              <a:t>年齢</a:t>
            </a:r>
            <a:endParaRPr kumimoji="1" lang="en-US" altLang="ja-JP" sz="2400" b="1" dirty="0" smtClean="0"/>
          </a:p>
          <a:p>
            <a:pPr algn="ctr"/>
            <a:r>
              <a:rPr lang="ja-JP" altLang="en-US" sz="2400" b="1" dirty="0"/>
              <a:t>基礎</a:t>
            </a:r>
            <a:r>
              <a:rPr lang="ja-JP" altLang="en-US" sz="2400" b="1" dirty="0" smtClean="0"/>
              <a:t>疾患</a:t>
            </a:r>
            <a:endParaRPr lang="en-US" altLang="ja-JP" sz="2400" b="1" dirty="0" smtClean="0"/>
          </a:p>
          <a:p>
            <a:pPr algn="ctr"/>
            <a:r>
              <a:rPr lang="en-US" altLang="ja-JP" sz="2400" b="1" dirty="0" err="1"/>
              <a:t>e</a:t>
            </a:r>
            <a:r>
              <a:rPr kumimoji="1" lang="en-US" altLang="ja-JP" sz="2400" b="1" dirty="0" err="1" smtClean="0"/>
              <a:t>tc</a:t>
            </a:r>
            <a:r>
              <a:rPr kumimoji="1" lang="en-US" altLang="ja-JP" sz="2400" b="1" dirty="0" smtClean="0"/>
              <a:t>…</a:t>
            </a:r>
            <a:endParaRPr kumimoji="1" lang="ja-JP" altLang="en-US" sz="2400" b="1" dirty="0"/>
          </a:p>
        </p:txBody>
      </p:sp>
      <p:sp>
        <p:nvSpPr>
          <p:cNvPr id="12" name="左右矢印 11"/>
          <p:cNvSpPr/>
          <p:nvPr/>
        </p:nvSpPr>
        <p:spPr>
          <a:xfrm>
            <a:off x="4392117" y="1960546"/>
            <a:ext cx="3308773" cy="1741659"/>
          </a:xfrm>
          <a:prstGeom prst="leftRightArrow">
            <a:avLst>
              <a:gd name="adj1" fmla="val 63563"/>
              <a:gd name="adj2" fmla="val 3123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どれくらい</a:t>
            </a:r>
            <a:endParaRPr lang="en-US" altLang="ja-JP" sz="28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ja-JP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同じ条件？</a:t>
            </a:r>
            <a:endParaRPr kumimoji="1" lang="ja-JP" altLang="en-U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154" y="3702205"/>
            <a:ext cx="3130647" cy="2573064"/>
          </a:xfrm>
          <a:prstGeom prst="rect">
            <a:avLst/>
          </a:prstGeom>
        </p:spPr>
      </p:pic>
      <p:sp>
        <p:nvSpPr>
          <p:cNvPr id="16" name="角丸四角形吹き出し 15"/>
          <p:cNvSpPr/>
          <p:nvPr/>
        </p:nvSpPr>
        <p:spPr>
          <a:xfrm>
            <a:off x="674558" y="4274128"/>
            <a:ext cx="3578596" cy="1487036"/>
          </a:xfrm>
          <a:prstGeom prst="wedgeRoundRectCallout">
            <a:avLst>
              <a:gd name="adj1" fmla="val 69738"/>
              <a:gd name="adj2" fmla="val -12627"/>
              <a:gd name="adj3" fmla="val 16667"/>
            </a:avLst>
          </a:prstGeom>
          <a:solidFill>
            <a:schemeClr val="bg1"/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「こっちの集団では、この結果だった」というだけ。たまたまってことも</a:t>
            </a:r>
            <a:r>
              <a:rPr kumimoji="1" lang="en-US" altLang="ja-JP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…</a:t>
            </a:r>
            <a:endParaRPr kumimoji="1" lang="ja-JP" alt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角丸四角形吹き出し 16"/>
          <p:cNvSpPr/>
          <p:nvPr/>
        </p:nvSpPr>
        <p:spPr>
          <a:xfrm>
            <a:off x="7905284" y="3307563"/>
            <a:ext cx="3517218" cy="1659444"/>
          </a:xfrm>
          <a:prstGeom prst="wedgeRoundRectCallout">
            <a:avLst>
              <a:gd name="adj1" fmla="val -66780"/>
              <a:gd name="adj2" fmla="val 42865"/>
              <a:gd name="adj3" fmla="val 16667"/>
            </a:avLst>
          </a:prstGeom>
          <a:solidFill>
            <a:schemeClr val="bg1"/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違う集団でも</a:t>
            </a:r>
            <a:endParaRPr kumimoji="1" lang="en-US" altLang="ja-JP" sz="24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kumimoji="1" lang="ja-JP" altLang="en-US" sz="2400" b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本当に効く</a:t>
            </a:r>
            <a:r>
              <a:rPr kumimoji="1" lang="ja-JP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の</a:t>
            </a:r>
            <a:r>
              <a:rPr kumimoji="1" lang="en-US" altLang="ja-JP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…</a:t>
            </a:r>
            <a:r>
              <a:rPr kumimoji="1" lang="ja-JP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？</a:t>
            </a:r>
            <a:endParaRPr kumimoji="1" lang="en-US" altLang="ja-JP" sz="24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↓</a:t>
            </a:r>
            <a:endParaRPr kumimoji="1" lang="en-US" altLang="ja-JP" sz="24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ja-JP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解釈が必要</a:t>
            </a:r>
            <a:endParaRPr kumimoji="1" lang="ja-JP" alt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99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68</Words>
  <Application>Microsoft Office PowerPoint</Application>
  <PresentationFormat>ワイド画面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アカウント</dc:creator>
  <cp:lastModifiedBy>Microsoft アカウント</cp:lastModifiedBy>
  <cp:revision>3</cp:revision>
  <dcterms:created xsi:type="dcterms:W3CDTF">2025-12-25T07:48:03Z</dcterms:created>
  <dcterms:modified xsi:type="dcterms:W3CDTF">2025-12-25T07:56:43Z</dcterms:modified>
</cp:coreProperties>
</file>